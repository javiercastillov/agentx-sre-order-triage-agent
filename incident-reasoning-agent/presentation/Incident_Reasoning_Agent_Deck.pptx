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Differentiated concept for the hackathon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Reasoning Agent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097280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</a:rPr>
              <a:t>An AI agent that investigates incidents like an SRE engineer.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539496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Instead of only classifying requests, the agent analyzes logs, configuration clues, and contextual signals to generate root cause hypotheses.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 is a ticket enriched with structured technical reasoning, clear next steps, and evidence that helps teams resolve issues faster.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629400" y="1600200"/>
            <a:ext cx="4663440" cy="3566160"/>
          </a:xfrm>
          <a:prstGeom prst="rect">
            <a:avLst/>
          </a:prstGeom>
          <a:solidFill>
            <a:srgbClr val="F3F3F3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0" y="1965960"/>
            <a:ext cx="11430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14032" y="2093976"/>
            <a:ext cx="813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Input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14032" y="2386584"/>
            <a:ext cx="81381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Incident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logs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image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83880" y="2304288"/>
            <a:ext cx="548640" cy="320040"/>
          </a:xfrm>
          <a:prstGeom prst="chevron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23960" y="1965960"/>
            <a:ext cx="13258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88552" y="2093976"/>
            <a:ext cx="996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Reason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988552" y="2386584"/>
            <a:ext cx="99669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Signals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correlated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241280" y="2304288"/>
            <a:ext cx="548640" cy="320040"/>
          </a:xfrm>
          <a:prstGeom prst="chevron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881360" y="1965960"/>
            <a:ext cx="960120" cy="100584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045952" y="2093976"/>
            <a:ext cx="630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Act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045952" y="2386584"/>
            <a:ext cx="630936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Ticket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notify</a:t>
            </a:r>
            <a:endParaRPr lang="en-US" sz="11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66760" y="3291840"/>
            <a:ext cx="1143000" cy="11430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9646920" y="3456432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Investigates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not just routes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40080" y="5989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Black and white visual style for a fast and clean demo.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current triage is not enough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097280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17320"/>
            <a:ext cx="5486400" cy="4480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incident flows capture a report and create a ticket, but they do not explain what is actually failing inside the platform.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still need to inspect logs, compare environments, validate payloads, and reconstruct the technical story under time pressure.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manual effort is where delay, inconsistency, and operational cost appear.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37960" y="1463040"/>
            <a:ext cx="4983480" cy="4526280"/>
          </a:xfrm>
          <a:prstGeom prst="rect">
            <a:avLst/>
          </a:prstGeom>
          <a:solidFill>
            <a:srgbClr val="F3F3F3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12280" y="1691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</a:rPr>
              <a:t>What slows teams down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35640" y="1627632"/>
            <a:ext cx="365760" cy="365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839712" y="2194560"/>
            <a:ext cx="164592" cy="16459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0" y="21488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Signals are fragmented across tools and environments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839712" y="2999232"/>
            <a:ext cx="164592" cy="16459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0" y="295351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Tickets often lack technical evidence and useful context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839712" y="3803904"/>
            <a:ext cx="164592" cy="16459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0" y="375818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The first responder spends time discovering obvious clues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839712" y="4608576"/>
            <a:ext cx="164592" cy="16459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32320" y="456285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Resolution depends on who is available, not on a repeatable process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this solution different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097280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548640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hackathon solutions will classify incidents and push them into a workflow. This project goes one step further and performs structured technical investigation before the ticket is created.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correlates observable evidence, proposes multiple root cause hypotheses, assigns confidence scores, and recommends the next validation actions.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37960" y="1554480"/>
            <a:ext cx="4983480" cy="434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1228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Traditional triage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89720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</a:rPr>
              <a:t>Reasoning triage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034272" y="1783080"/>
            <a:ext cx="0" cy="361188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12280" y="224028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976872" y="2368296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Input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76872" y="2660904"/>
            <a:ext cx="154533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Read title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and severity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12280" y="333756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76872" y="3465576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Output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76872" y="3758184"/>
            <a:ext cx="154533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Create basic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ticket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281160" y="224028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45752" y="2368296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Input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445752" y="2660904"/>
            <a:ext cx="154533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Read title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plus logs and context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281160" y="333756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445752" y="3465576"/>
            <a:ext cx="15453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Output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445752" y="3758184"/>
            <a:ext cx="154533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Hypotheses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confidence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next steps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858000" y="4983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</a:rPr>
              <a:t>This is the advantage judges will remember.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demo sequence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to end reasoning 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097280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54480"/>
            <a:ext cx="10927080" cy="4297680"/>
          </a:xfrm>
          <a:prstGeom prst="rect">
            <a:avLst/>
          </a:prstGeom>
          <a:solidFill>
            <a:srgbClr val="F3F3F3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33172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33272" y="2459736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1 Submit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33272" y="2752344"/>
            <a:ext cx="108813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Reporter sends incident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and attachment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359152" y="2743200"/>
            <a:ext cx="384048" cy="320040"/>
          </a:xfrm>
          <a:prstGeom prst="chevron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15768" y="233172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880360" y="2459736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2 Gather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80360" y="2752344"/>
            <a:ext cx="108813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Agent reads logs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and context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06240" y="2743200"/>
            <a:ext cx="384048" cy="320040"/>
          </a:xfrm>
          <a:prstGeom prst="chevron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62856" y="233172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27448" y="2459736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3 Reason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27448" y="2752344"/>
            <a:ext cx="108813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Hypotheses and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confidence scores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053328" y="2743200"/>
            <a:ext cx="384048" cy="320040"/>
          </a:xfrm>
          <a:prstGeom prst="chevron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9944" y="233172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74536" y="2459736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4 Create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74536" y="2752344"/>
            <a:ext cx="108813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Ticket enriched with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technical summary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900416" y="2743200"/>
            <a:ext cx="384048" cy="320040"/>
          </a:xfrm>
          <a:prstGeom prst="chevron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57032" y="233172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21624" y="2459736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5 Notify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21624" y="2752344"/>
            <a:ext cx="108813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Team receives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actionable update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747504" y="2743200"/>
            <a:ext cx="384048" cy="320040"/>
          </a:xfrm>
          <a:prstGeom prst="chevron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104120" y="2331720"/>
            <a:ext cx="14173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268712" y="2459736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6 Close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268712" y="2752344"/>
            <a:ext cx="1088136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Reporter gets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resolution message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2960" y="50749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The demo should show each stage in sequence, even with mocked integrations.</a:t>
            </a:r>
            <a:endParaRPr lang="en-US" sz="1200" dirty="0"/>
          </a:p>
        </p:txBody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07040" y="482803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designed for a credible MVP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097280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530352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architecture is intentionally simple so the team can build it fast, but it still looks production aware and agentic.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exposes the incident endpoint. A reasoning layer interprets signals. Mock integrations create tickets and notifications. All steps are observable and containerized.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55080" y="1554480"/>
            <a:ext cx="516636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1828800"/>
            <a:ext cx="10515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48272" y="195681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UI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748272" y="2249424"/>
            <a:ext cx="72237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Incident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input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863840" y="1828800"/>
            <a:ext cx="12344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28432" y="1956816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API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28432" y="2249424"/>
            <a:ext cx="90525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FastAPI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endpoint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326880" y="182880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491472" y="1956816"/>
            <a:ext cx="1088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Agent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491472" y="2249424"/>
            <a:ext cx="108813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Reasoning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engine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12280" y="324612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76872" y="3374136"/>
            <a:ext cx="996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Logs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76872" y="3666744"/>
            <a:ext cx="99669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Mock log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reader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412480" y="324612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577072" y="3374136"/>
            <a:ext cx="996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Ticket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77072" y="3666744"/>
            <a:ext cx="99669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Mock ticket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writer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012680" y="324612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177272" y="3374136"/>
            <a:ext cx="768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</a:rPr>
              <a:t>Notify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177272" y="3666744"/>
            <a:ext cx="768096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Mock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alerts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635240" y="2267712"/>
            <a:ext cx="22860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98280" y="2267712"/>
            <a:ext cx="22860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012680" y="2697480"/>
            <a:ext cx="0" cy="54864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12680" y="3246120"/>
            <a:ext cx="-182880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12680" y="3246120"/>
            <a:ext cx="-27432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12680" y="3246120"/>
            <a:ext cx="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judges should see as business value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097280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5394960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main message is simple: the agent reduces time spent discovering what already happened and increases time spent fixing the real issue.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the output is structured, the same flow can later power dashboards, deduplication, or automated runbook suggestions.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37960" y="1737360"/>
            <a:ext cx="4846320" cy="3977640"/>
          </a:xfrm>
          <a:prstGeom prst="rect">
            <a:avLst/>
          </a:prstGeom>
          <a:solidFill>
            <a:srgbClr val="F3F3F3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Manual investigation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03720" y="2468880"/>
            <a:ext cx="1051560" cy="2377440"/>
          </a:xfrm>
          <a:prstGeom prst="rect">
            <a:avLst/>
          </a:prstGeom>
          <a:solidFill>
            <a:srgbClr val="D9D9D9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59168" y="491947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Hours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89720" y="20574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</a:rPr>
              <a:t>Reasoning agent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372600" y="3291840"/>
            <a:ext cx="1051560" cy="155448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54896" y="491947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Minutes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52852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</a:rPr>
              <a:t>Same issue, faster diagnosis, better ticket quality.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finish strong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plan and next evolution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097280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5394960" cy="2560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video, show one incident file, one log file, the agent response, the generated ticket, and the notification output. That is enough to make the concept believable and complete.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hackathon, the same design can grow into real integrations, historical incident retrieval, and automated remediation guidance.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537960" y="1463040"/>
            <a:ext cx="4983480" cy="4526280"/>
          </a:xfrm>
          <a:prstGeom prst="rect">
            <a:avLst/>
          </a:prstGeom>
          <a:solidFill>
            <a:srgbClr val="F3F3F3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12280" y="1691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</a:rPr>
              <a:t>Strong closing points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35640" y="1627632"/>
            <a:ext cx="365760" cy="365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839712" y="2194560"/>
            <a:ext cx="164592" cy="16459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0" y="21488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Investigates like an engineer, not like a keyword router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839712" y="2999232"/>
            <a:ext cx="164592" cy="16459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0" y="295351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Uses multimodal evidence and structured reasoning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839712" y="3803904"/>
            <a:ext cx="164592" cy="16459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0" y="375818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Produces enriched tickets with confidence and next steps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839712" y="4608576"/>
            <a:ext cx="164592" cy="164592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32320" y="456285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Can evolve into a platform level diagnostic assistant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Incident Reasoning Agent</dc:title>
  <dc:subject>Incident Reasoning Agent</dc:subject>
  <dc:creator>OpenAI</dc:creator>
  <cp:lastModifiedBy>OpenAI</cp:lastModifiedBy>
  <cp:revision>1</cp:revision>
  <dcterms:created xsi:type="dcterms:W3CDTF">2026-04-09T22:47:04Z</dcterms:created>
  <dcterms:modified xsi:type="dcterms:W3CDTF">2026-04-09T22:47:04Z</dcterms:modified>
</cp:coreProperties>
</file>